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02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C7E4-B865-4886-546F-E7D341447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99387-1B5C-399D-2049-444DCF9AE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26A4-6D9B-32FC-B3A8-BD162631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0D5DF-742F-11AB-7F30-33524AC9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E623-5362-9125-EBDA-ED2DE87E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2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A9C9-0B70-5BCC-0536-E09574E3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2D27-82E3-48E9-3811-7F8A73D24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1101-A3DE-ED69-37AA-6F12FEF0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CCFF9-8907-0455-AF71-79DAF55E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49FF7-687D-DFE4-C905-284B761D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8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1F5-9E05-3821-EE5E-05AA85E1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9CCDB-EBE6-FB93-21D5-41184683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7F6BA-FE83-8B32-9BBB-212F94A7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3277A-497C-6FD7-64C0-EE237CA9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B28AB-D477-2965-FE43-208123B7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3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50E2-A6BA-3AEC-3636-31E5D939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33F4-39AF-E5EF-7F71-411F4D375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ED677-CA9F-71AF-56EE-DF3C062D5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B009D-0F45-120C-9E87-D06F4356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B479B-C01D-649A-73E6-C9AF2E861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A1AC0-FFF5-B5B6-3AED-7E93F04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2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D081-F03D-65C4-EB10-D81CE9BB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D1B24-AFA4-BB87-FA18-44F27AEB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7D08C-70B8-7A27-836B-500905B16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25E6A-5587-5331-36C7-BF27AE745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62ABF-ADB1-84D6-3B15-C90C3BEAC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BE9BE-4C77-8199-74BC-767BE162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2736E-C6A0-2153-255A-AA22C480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1DC16-6972-3441-817F-9075CAFD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8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591B-3867-9A4C-FF11-E1E467C1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C0836-6005-6A04-09CA-8E515A0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A81B6-7155-6E39-5588-4577D272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86D72-D207-6357-F5B1-27AD71C2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9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64632-06B2-3E79-0F0D-C9A23F8E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AC7FC-8D2A-62CC-C1D8-0F9D9DF9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BA34E-FD33-1F0A-ABF5-9F95055E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1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FB4F-DF77-F466-4A50-1828AD3C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B13C-AA66-2607-1A7E-81CAA91B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1768D-0502-8FDF-4146-F318C8528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E0AA4-555D-CB1F-9327-C5AD8170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A0226-DBBE-329B-76C8-D039E6FC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2359F-6A91-82D9-A905-9DB1DAED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F5CE-A00D-4FD0-FFCF-D47223E1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CEDAF-E445-558D-A2B0-0269B1A3024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2FC15-A31B-D1BD-0D2D-669BF2B10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D7FC4-3AA0-5258-BD2F-04EB9265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33372-B3AD-37C9-B317-2E9A668B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9ECE8-03AE-DE75-E087-6C03BE55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60A1-2A91-85E9-561A-C7507C1B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45A1C-8C5B-71BB-201A-57257B774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3FDC-D096-B375-1DE2-AC289A70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5DFF8-74DC-7869-E220-3A2F13A6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C1FA-0267-4981-E2A8-B2BF451B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8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86003-B677-7F04-3A61-49614B946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E140E-F5F1-363F-79AC-B250CBA20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91890-E236-262D-27F5-C7ED255D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5F963-5586-EDDC-79E9-CFB387EF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FBB16-5CD5-F9E6-ABC5-83E7C45C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9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26644-5568-A082-2C99-3F2EB343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9207-B529-1A5C-95DE-26D981C45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09E8E-B632-B04A-795B-642A8ACCF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EA2E8-A336-C84E-BF89-EB7839164129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7600B-E6DE-7BC3-CD8B-59021D6CB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3748-709F-DD33-12B1-F76092D70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CB07C-5F56-5549-ABC0-FD1EA1CD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1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6261-DD65-06E8-5E37-C443EA2E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 / 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EC4E0-F179-BD9D-6510-5AAB1B95D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 1/KP1 - ubiquitous super-linear scaling of metabolism across conus</a:t>
            </a:r>
          </a:p>
          <a:p>
            <a:r>
              <a:rPr lang="en-US" dirty="0"/>
              <a:t>Fig 2/KP2 - while theory predicts a single allometric relationship, in reality the allometry is bi-phasic, the two phases have x relationship with each other, and the breakpoint is potentially related to x/y/z</a:t>
            </a:r>
          </a:p>
          <a:p>
            <a:r>
              <a:rPr lang="en-US" dirty="0"/>
              <a:t>Fig 3/KP3 - scaling slopes from both phases vary through time/space, potentially related to x/y/z</a:t>
            </a:r>
          </a:p>
        </p:txBody>
      </p:sp>
    </p:spTree>
    <p:extLst>
      <p:ext uri="{BB962C8B-B14F-4D97-AF65-F5344CB8AC3E}">
        <p14:creationId xmlns:p14="http://schemas.microsoft.com/office/powerpoint/2010/main" val="151070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ACCE-70AC-4F12-8FAF-B3A215BC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3F8EF-BEC3-72C5-B8B6-B10D4F662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740874"/>
            <a:ext cx="6604000" cy="2971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C19E83-7A9D-C5E1-071C-F8F144477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52"/>
          <a:stretch>
            <a:fillRect/>
          </a:stretch>
        </p:blipFill>
        <p:spPr>
          <a:xfrm>
            <a:off x="3124200" y="1010959"/>
            <a:ext cx="7264400" cy="272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E3DD6E-4F50-77FC-8C22-D504D2B27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571500"/>
            <a:ext cx="7264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4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85A7-F21F-4117-410F-1DBB8559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4073F-2429-8B5A-E011-C80964F0C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35" y="1509712"/>
            <a:ext cx="10061865" cy="46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7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19375-E7F2-5F2E-B31B-475397A2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6" y="0"/>
            <a:ext cx="5580620" cy="6181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C666A3-34DA-54EC-59F3-1B2A6240C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70" y="0"/>
            <a:ext cx="5909178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7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2743-24E9-A038-EA53-40D2C73C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0AFCF-CEE4-0BB5-3A7F-FC3FECD2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4800"/>
            <a:ext cx="10464800" cy="6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2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86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Figures / Key points</vt:lpstr>
      <vt:lpstr>Fig 1</vt:lpstr>
      <vt:lpstr>Fig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Regier, Peter</dc:creator>
  <cp:lastModifiedBy>Regier, Peter</cp:lastModifiedBy>
  <cp:revision>4</cp:revision>
  <dcterms:created xsi:type="dcterms:W3CDTF">2026-10-02T22:37:55Z</dcterms:created>
  <dcterms:modified xsi:type="dcterms:W3CDTF">2026-10-06T17:00:18Z</dcterms:modified>
</cp:coreProperties>
</file>